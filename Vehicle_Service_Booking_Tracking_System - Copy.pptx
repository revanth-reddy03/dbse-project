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2331720"/>
            <a:ext cx="96012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VEHICLE SERVICE BOOKING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&amp; TRACKING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8686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E4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Web-Based Platform for Digitizing Automobile Service Center Operations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2B2E33"/>
          </a:solidFill>
        </p:spPr>
      </p:sp>
      <p:sp>
        <p:nvSpPr>
          <p:cNvPr id="3" name="Text 1"/>
          <p:cNvSpPr/>
          <p:nvPr/>
        </p:nvSpPr>
        <p:spPr>
          <a:xfrm>
            <a:off x="457200" y="502920"/>
            <a:ext cx="1828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630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2926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Abstract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29260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E3E4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centralized digital platform replacing manual, paper-based vehicle servicing with automated, transparent, and scalable operations.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630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382219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4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based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630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24/7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450799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4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slot booking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12064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630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1640" y="519379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4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center support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685800"/>
            <a:ext cx="745236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vehicle servicing relies on phone calls and walk-ins, leading to scheduling conflicts, long wait times, and little visibility into a vehicle's status. 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introduces a centralized platform where customers register vehicles, book service slots, select services, and track real-time status from check-in through repair, quality check, and delivery.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160520" y="2697480"/>
            <a:ext cx="745236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and administrators use a dedicated dashboard to manage bookings, assign mechanics, update job status, and maintain complete service histories. 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relational and distributed database backend ensures data consistency and reliable handling of concurrent bookings across multiple service centers.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160520" y="45262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4F4F2"/>
          </a:solidFill>
          <a:ln w="12700">
            <a:solidFill>
              <a:srgbClr val="E3E4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0248" y="4617720"/>
            <a:ext cx="14630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slot allocation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45262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4F4F2"/>
          </a:solidFill>
          <a:ln w="12700">
            <a:solidFill>
              <a:srgbClr val="E3E4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9048" y="4617720"/>
            <a:ext cx="14630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SMS &amp; email alerts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18120" y="45262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4F4F2"/>
          </a:solidFill>
          <a:ln w="12700">
            <a:solidFill>
              <a:srgbClr val="E3E4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27848" y="4617720"/>
            <a:ext cx="14630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service history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46920" y="45262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4F4F2"/>
          </a:solidFill>
          <a:ln w="12700">
            <a:solidFill>
              <a:srgbClr val="E3E4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56648" y="4617720"/>
            <a:ext cx="14630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Invoice generation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4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4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 Service Booking &amp;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30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Manual, phone-based servicing creates friction for both customers and service centers.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4F2"/>
          </a:solidFill>
        </p:spPr>
      </p:sp>
      <p:sp>
        <p:nvSpPr>
          <p:cNvPr id="6" name="Shape 4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7" name="Text 5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Scheduling Conflicts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172968"/>
            <a:ext cx="3108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Phone-call and walk-in bookings cause overlaps and double-bookings with no central visibility.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4F2"/>
          </a:solidFill>
        </p:spPr>
      </p:sp>
      <p:sp>
        <p:nvSpPr>
          <p:cNvPr id="11" name="Shape 9"/>
          <p:cNvSpPr/>
          <p:nvPr/>
        </p:nvSpPr>
        <p:spPr>
          <a:xfrm>
            <a:off x="4572000" y="2194560"/>
            <a:ext cx="502920" cy="50292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12" name="Text 10"/>
          <p:cNvSpPr/>
          <p:nvPr/>
        </p:nvSpPr>
        <p:spPr>
          <a:xfrm>
            <a:off x="4572000" y="21945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 Wait Times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172968"/>
            <a:ext cx="3108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wait in queues on arrival, with no way to reserve a guaranteed slot in advance.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4F2"/>
          </a:solidFill>
        </p:spPr>
      </p:sp>
      <p:sp>
        <p:nvSpPr>
          <p:cNvPr id="16" name="Shape 14"/>
          <p:cNvSpPr/>
          <p:nvPr/>
        </p:nvSpPr>
        <p:spPr>
          <a:xfrm>
            <a:off x="8366760" y="2194560"/>
            <a:ext cx="502920" cy="50292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17" name="Text 15"/>
          <p:cNvSpPr/>
          <p:nvPr/>
        </p:nvSpPr>
        <p:spPr>
          <a:xfrm>
            <a:off x="8366760" y="21945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66760" y="28346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Status Visibility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3172968"/>
            <a:ext cx="3108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 owners have no insight into inspection, repair, or quality-check progress.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4F2"/>
          </a:solidFill>
        </p:spPr>
      </p:sp>
      <p:sp>
        <p:nvSpPr>
          <p:cNvPr id="21" name="Shape 19"/>
          <p:cNvSpPr/>
          <p:nvPr/>
        </p:nvSpPr>
        <p:spPr>
          <a:xfrm>
            <a:off x="777240" y="4389120"/>
            <a:ext cx="502920" cy="50292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22" name="Text 20"/>
          <p:cNvSpPr/>
          <p:nvPr/>
        </p:nvSpPr>
        <p:spPr>
          <a:xfrm>
            <a:off x="777240" y="43891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Record Keeping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5367528"/>
            <a:ext cx="3108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Paper-based job cards and histories are error-prone, hard to search, and easy to lose.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4160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4F2"/>
          </a:solidFill>
        </p:spPr>
      </p:sp>
      <p:sp>
        <p:nvSpPr>
          <p:cNvPr id="26" name="Shape 24"/>
          <p:cNvSpPr/>
          <p:nvPr/>
        </p:nvSpPr>
        <p:spPr>
          <a:xfrm>
            <a:off x="4572000" y="4389120"/>
            <a:ext cx="502920" cy="50292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27" name="Text 25"/>
          <p:cNvSpPr/>
          <p:nvPr/>
        </p:nvSpPr>
        <p:spPr>
          <a:xfrm>
            <a:off x="4572000" y="43891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502920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Inefficient Staff Allocation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0" y="5367528"/>
            <a:ext cx="3108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Mechanics are assigned informally, causing uneven workloads and delays.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38160" y="4160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4F2"/>
          </a:solidFill>
        </p:spPr>
      </p:sp>
      <p:sp>
        <p:nvSpPr>
          <p:cNvPr id="31" name="Shape 29"/>
          <p:cNvSpPr/>
          <p:nvPr/>
        </p:nvSpPr>
        <p:spPr>
          <a:xfrm>
            <a:off x="8366760" y="4389120"/>
            <a:ext cx="502920" cy="50292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32" name="Text 30"/>
          <p:cNvSpPr/>
          <p:nvPr/>
        </p:nvSpPr>
        <p:spPr>
          <a:xfrm>
            <a:off x="8366760" y="43891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366760" y="502920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Administrative Overhead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5367528"/>
            <a:ext cx="3108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Invoicing, notifications, and history tracking consume significant manual effort.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4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4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 Service Booking &amp;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30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1874520"/>
          </a:xfrm>
          <a:prstGeom prst="rect">
            <a:avLst/>
          </a:prstGeom>
          <a:solidFill>
            <a:srgbClr val="F4F4F2"/>
          </a:solidFill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6" name="Text 4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Digitize Booking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29260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 customers to register vehicles and book service slots online, anytime.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383280" cy="1874520"/>
          </a:xfrm>
          <a:prstGeom prst="rect">
            <a:avLst/>
          </a:prstGeom>
          <a:solidFill>
            <a:srgbClr val="F4F4F2"/>
          </a:solidFill>
        </p:spPr>
      </p:sp>
      <p:sp>
        <p:nvSpPr>
          <p:cNvPr id="10" name="Shape 8"/>
          <p:cNvSpPr/>
          <p:nvPr/>
        </p:nvSpPr>
        <p:spPr>
          <a:xfrm>
            <a:off x="4480560" y="2057400"/>
            <a:ext cx="457200" cy="45720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11" name="Text 9"/>
          <p:cNvSpPr/>
          <p:nvPr/>
        </p:nvSpPr>
        <p:spPr>
          <a:xfrm>
            <a:off x="4480560" y="20574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205740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 Real-Time Tracking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697480"/>
            <a:ext cx="29260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 customers follow their vehicle's journey from check-in to delivery.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383280" cy="1874520"/>
          </a:xfrm>
          <a:prstGeom prst="rect">
            <a:avLst/>
          </a:prstGeom>
          <a:solidFill>
            <a:srgbClr val="F4F4F2"/>
          </a:solidFill>
        </p:spPr>
      </p:sp>
      <p:sp>
        <p:nvSpPr>
          <p:cNvPr id="15" name="Shape 13"/>
          <p:cNvSpPr/>
          <p:nvPr/>
        </p:nvSpPr>
        <p:spPr>
          <a:xfrm>
            <a:off x="8183880" y="2057400"/>
            <a:ext cx="457200" cy="45720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16" name="Text 14"/>
          <p:cNvSpPr/>
          <p:nvPr/>
        </p:nvSpPr>
        <p:spPr>
          <a:xfrm>
            <a:off x="8183880" y="20574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23960" y="205740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 Management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83880" y="2697480"/>
            <a:ext cx="29260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staff and admins a dashboard to manage bookings, mechanics, and status.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383280" cy="1874520"/>
          </a:xfrm>
          <a:prstGeom prst="rect">
            <a:avLst/>
          </a:prstGeom>
          <a:solidFill>
            <a:srgbClr val="F4F4F2"/>
          </a:solidFill>
        </p:spPr>
      </p:sp>
      <p:sp>
        <p:nvSpPr>
          <p:cNvPr id="20" name="Shape 18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21" name="Text 19"/>
          <p:cNvSpPr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20624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 Data Reliability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846320"/>
            <a:ext cx="29260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relational and distributed databases for consistent, concurrent-safe data.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3977640"/>
            <a:ext cx="3383280" cy="1874520"/>
          </a:xfrm>
          <a:prstGeom prst="rect">
            <a:avLst/>
          </a:prstGeom>
          <a:solidFill>
            <a:srgbClr val="F4F4F2"/>
          </a:solidFill>
        </p:spPr>
      </p:sp>
      <p:sp>
        <p:nvSpPr>
          <p:cNvPr id="25" name="Shape 23"/>
          <p:cNvSpPr/>
          <p:nvPr/>
        </p:nvSpPr>
        <p:spPr>
          <a:xfrm>
            <a:off x="4480560" y="4206240"/>
            <a:ext cx="457200" cy="45720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26" name="Text 24"/>
          <p:cNvSpPr/>
          <p:nvPr/>
        </p:nvSpPr>
        <p:spPr>
          <a:xfrm>
            <a:off x="4480560" y="42062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420624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 Communication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80560" y="4846320"/>
            <a:ext cx="29260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SMS and email alerts at every key service milestone.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3977640"/>
            <a:ext cx="3383280" cy="1874520"/>
          </a:xfrm>
          <a:prstGeom prst="rect">
            <a:avLst/>
          </a:prstGeom>
          <a:solidFill>
            <a:srgbClr val="F4F4F2"/>
          </a:solidFill>
        </p:spPr>
      </p:sp>
      <p:sp>
        <p:nvSpPr>
          <p:cNvPr id="30" name="Shape 28"/>
          <p:cNvSpPr/>
          <p:nvPr/>
        </p:nvSpPr>
        <p:spPr>
          <a:xfrm>
            <a:off x="8183880" y="4206240"/>
            <a:ext cx="457200" cy="45720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31" name="Text 29"/>
          <p:cNvSpPr/>
          <p:nvPr/>
        </p:nvSpPr>
        <p:spPr>
          <a:xfrm>
            <a:off x="8183880" y="42062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23960" y="420624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Overhead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83880" y="4846320"/>
            <a:ext cx="29260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Cut administrative effort with digital invoices and service history records.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4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4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 Service Booking &amp;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30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Existing vs. Proposed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4F4F2"/>
          </a:solidFill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B7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System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63640" y="173736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2B2E33"/>
          </a:solidFill>
        </p:spPr>
      </p:sp>
      <p:sp>
        <p:nvSpPr>
          <p:cNvPr id="7" name="Text 5"/>
          <p:cNvSpPr/>
          <p:nvPr/>
        </p:nvSpPr>
        <p:spPr>
          <a:xfrm>
            <a:off x="6629400" y="196596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System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Phone calls &amp; walk-in booking only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29400" y="2606040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Online booking with automated slot allocation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182112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No visibility into service status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29400" y="3182112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Real-time status tracking, check-in to delivery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758184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Paper-based job cards &amp; history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29400" y="3758184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Digital service history and records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4334256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Manual mechanic assignment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29400" y="4334256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Dashboard-based staff &amp; job assignment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910328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No automated communication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29400" y="4910328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SMS and email notifications at each stage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5486400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Manual, error-prone invoicing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29400" y="5486400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Automated invoice generation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4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4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 Service Booking &amp;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30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4F4F2"/>
          </a:solidFill>
        </p:spPr>
      </p:sp>
      <p:sp>
        <p:nvSpPr>
          <p:cNvPr id="5" name="Text 3"/>
          <p:cNvSpPr/>
          <p:nvPr/>
        </p:nvSpPr>
        <p:spPr>
          <a:xfrm>
            <a:off x="822960" y="2103120"/>
            <a:ext cx="3063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Layer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4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74320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Portal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4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79476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Dashboard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48463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4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84632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Console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60520" y="3657600"/>
            <a:ext cx="320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480560" y="18745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2B2E33"/>
          </a:solidFill>
        </p:spPr>
      </p:sp>
      <p:sp>
        <p:nvSpPr>
          <p:cNvPr id="14" name="Text 12"/>
          <p:cNvSpPr/>
          <p:nvPr/>
        </p:nvSpPr>
        <p:spPr>
          <a:xfrm>
            <a:off x="4754880" y="2103120"/>
            <a:ext cx="3063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74320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Engine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379476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79476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 Service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48463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484632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&amp; Job Tracker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92440" y="3657600"/>
            <a:ext cx="320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412480" y="18745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4F4F2"/>
          </a:solidFill>
        </p:spPr>
      </p:sp>
      <p:sp>
        <p:nvSpPr>
          <p:cNvPr id="23" name="Text 21"/>
          <p:cNvSpPr/>
          <p:nvPr/>
        </p:nvSpPr>
        <p:spPr>
          <a:xfrm>
            <a:off x="8686800" y="2103120"/>
            <a:ext cx="3063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86800" y="274320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4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3960" y="274320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Relational DB (Core Data)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86800" y="379476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4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23960" y="379476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Distributed DB (Multi-Center Sync)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686800" y="48463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4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23960" y="4846320"/>
            <a:ext cx="2788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History Store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4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4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 Service Booking &amp;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30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5" name="Text 3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Slot Allocation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B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scheduling avoids conflicts across service centers.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691640"/>
            <a:ext cx="548640" cy="548640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9" name="Text 7"/>
          <p:cNvSpPr/>
          <p:nvPr/>
        </p:nvSpPr>
        <p:spPr>
          <a:xfrm>
            <a:off x="4251960" y="16916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51960" y="2350008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Tracking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51960" y="274320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B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status from check-in through repair to delivery.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548640" cy="548640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13" name="Text 11"/>
          <p:cNvSpPr/>
          <p:nvPr/>
        </p:nvSpPr>
        <p:spPr>
          <a:xfrm>
            <a:off x="7955280" y="16916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955280" y="2350008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SMS &amp; Email Alerts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955280" y="274320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B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notifications at every service milestone.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17" name="Text 15"/>
          <p:cNvSpPr/>
          <p:nvPr/>
        </p:nvSpPr>
        <p:spPr>
          <a:xfrm>
            <a:off x="548640" y="38404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4498848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Service History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B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Complete, searchable records for every vehicle.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3840480"/>
            <a:ext cx="548640" cy="548640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21" name="Text 19"/>
          <p:cNvSpPr/>
          <p:nvPr/>
        </p:nvSpPr>
        <p:spPr>
          <a:xfrm>
            <a:off x="4251960" y="38404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251960" y="4498848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Invoice Generation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251960" y="489204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B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Auto-generated, accurate digital invoices.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3840480"/>
            <a:ext cx="548640" cy="548640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25" name="Text 23"/>
          <p:cNvSpPr/>
          <p:nvPr/>
        </p:nvSpPr>
        <p:spPr>
          <a:xfrm>
            <a:off x="7955280" y="38404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955280" y="4498848"/>
            <a:ext cx="3383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955280" y="489204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B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Separate views for customers, staff, and admins.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 Service Booking &amp;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30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Roles &amp;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4F4F2"/>
          </a:solidFill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825496"/>
            <a:ext cx="82296" cy="82296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9" name="Text 7"/>
          <p:cNvSpPr/>
          <p:nvPr/>
        </p:nvSpPr>
        <p:spPr>
          <a:xfrm>
            <a:off x="1078992" y="2743200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vehicle profile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328416"/>
            <a:ext cx="82296" cy="82296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11" name="Text 9"/>
          <p:cNvSpPr/>
          <p:nvPr/>
        </p:nvSpPr>
        <p:spPr>
          <a:xfrm>
            <a:off x="1078992" y="3246120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 service slots online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831336"/>
            <a:ext cx="82296" cy="82296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13" name="Text 11"/>
          <p:cNvSpPr/>
          <p:nvPr/>
        </p:nvSpPr>
        <p:spPr>
          <a:xfrm>
            <a:off x="1078992" y="3749040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required services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334256"/>
            <a:ext cx="82296" cy="82296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15" name="Text 13"/>
          <p:cNvSpPr/>
          <p:nvPr/>
        </p:nvSpPr>
        <p:spPr>
          <a:xfrm>
            <a:off x="1078992" y="4251960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real-time status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837176"/>
            <a:ext cx="82296" cy="82296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17" name="Text 15"/>
          <p:cNvSpPr/>
          <p:nvPr/>
        </p:nvSpPr>
        <p:spPr>
          <a:xfrm>
            <a:off x="1078992" y="4754880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invoices &amp; history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173736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4F4F2"/>
          </a:solidFill>
        </p:spPr>
      </p:sp>
      <p:sp>
        <p:nvSpPr>
          <p:cNvPr id="19" name="Shape 17"/>
          <p:cNvSpPr/>
          <p:nvPr/>
        </p:nvSpPr>
        <p:spPr>
          <a:xfrm>
            <a:off x="4754880" y="1965960"/>
            <a:ext cx="548640" cy="54864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20" name="Text 18"/>
          <p:cNvSpPr/>
          <p:nvPr/>
        </p:nvSpPr>
        <p:spPr>
          <a:xfrm>
            <a:off x="4754880" y="19659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40680" y="1965960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Staff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00600" y="2825496"/>
            <a:ext cx="82296" cy="82296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23" name="Text 21"/>
          <p:cNvSpPr/>
          <p:nvPr/>
        </p:nvSpPr>
        <p:spPr>
          <a:xfrm>
            <a:off x="5010912" y="2743200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assigned jobs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328416"/>
            <a:ext cx="82296" cy="82296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25" name="Text 23"/>
          <p:cNvSpPr/>
          <p:nvPr/>
        </p:nvSpPr>
        <p:spPr>
          <a:xfrm>
            <a:off x="5010912" y="3246120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inspection &amp; repair status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3831336"/>
            <a:ext cx="82296" cy="82296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27" name="Text 25"/>
          <p:cNvSpPr/>
          <p:nvPr/>
        </p:nvSpPr>
        <p:spPr>
          <a:xfrm>
            <a:off x="5010912" y="3749040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parts &amp; work performed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4334256"/>
            <a:ext cx="82296" cy="82296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29" name="Text 27"/>
          <p:cNvSpPr/>
          <p:nvPr/>
        </p:nvSpPr>
        <p:spPr>
          <a:xfrm>
            <a:off x="5010912" y="4251960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 quality check complete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12480" y="173736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4F4F2"/>
          </a:solidFill>
        </p:spPr>
      </p:sp>
      <p:sp>
        <p:nvSpPr>
          <p:cNvPr id="31" name="Shape 29"/>
          <p:cNvSpPr/>
          <p:nvPr/>
        </p:nvSpPr>
        <p:spPr>
          <a:xfrm>
            <a:off x="8686800" y="1965960"/>
            <a:ext cx="548640" cy="54864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32" name="Text 30"/>
          <p:cNvSpPr/>
          <p:nvPr/>
        </p:nvSpPr>
        <p:spPr>
          <a:xfrm>
            <a:off x="8686800" y="19659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372600" y="1965960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732520" y="2825496"/>
            <a:ext cx="82296" cy="82296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35" name="Text 33"/>
          <p:cNvSpPr/>
          <p:nvPr/>
        </p:nvSpPr>
        <p:spPr>
          <a:xfrm>
            <a:off x="8942832" y="2743200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bookings &amp; centers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732520" y="3328416"/>
            <a:ext cx="82296" cy="82296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37" name="Text 35"/>
          <p:cNvSpPr/>
          <p:nvPr/>
        </p:nvSpPr>
        <p:spPr>
          <a:xfrm>
            <a:off x="8942832" y="3246120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 mechanics to jobs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732520" y="3831336"/>
            <a:ext cx="82296" cy="82296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39" name="Text 37"/>
          <p:cNvSpPr/>
          <p:nvPr/>
        </p:nvSpPr>
        <p:spPr>
          <a:xfrm>
            <a:off x="8942832" y="3749040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performance dashboard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732520" y="4334256"/>
            <a:ext cx="82296" cy="82296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41" name="Text 39"/>
          <p:cNvSpPr/>
          <p:nvPr/>
        </p:nvSpPr>
        <p:spPr>
          <a:xfrm>
            <a:off x="8942832" y="4251960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 service history records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4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4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 Service Booking &amp;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30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011680"/>
          </a:xfrm>
          <a:prstGeom prst="rect">
            <a:avLst/>
          </a:prstGeom>
          <a:solidFill>
            <a:srgbClr val="2B2E33"/>
          </a:solidFill>
        </p:spPr>
      </p:sp>
      <p:sp>
        <p:nvSpPr>
          <p:cNvPr id="5" name="Text 3"/>
          <p:cNvSpPr/>
          <p:nvPr/>
        </p:nvSpPr>
        <p:spPr>
          <a:xfrm>
            <a:off x="822960" y="205740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94610"/>
            <a:ext cx="4754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altLang="en-US" sz="1200" dirty="0">
                <a:solidFill>
                  <a:schemeClr val="bg1"/>
                </a:solidFill>
              </a:rPr>
              <a:t>HTML, CSS, JavaScript, or React.</a:t>
            </a:r>
            <a:endParaRPr lang="en-US" altLang="en-US" sz="12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2011680"/>
          </a:xfrm>
          <a:prstGeom prst="rect">
            <a:avLst/>
          </a:prstGeom>
          <a:solidFill>
            <a:srgbClr val="F4F4F2"/>
          </a:solidFill>
        </p:spPr>
      </p:sp>
      <p:sp>
        <p:nvSpPr>
          <p:cNvPr id="8" name="Text 6"/>
          <p:cNvSpPr/>
          <p:nvPr/>
        </p:nvSpPr>
        <p:spPr>
          <a:xfrm>
            <a:off x="6446520" y="205740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606040"/>
            <a:ext cx="4754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altLang="en-US" sz="1200" dirty="0"/>
              <a:t>Node.js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5349240" cy="2011680"/>
          </a:xfrm>
          <a:prstGeom prst="rect">
            <a:avLst/>
          </a:prstGeom>
          <a:solidFill>
            <a:srgbClr val="2B2E33"/>
          </a:solidFill>
        </p:spPr>
      </p:sp>
      <p:sp>
        <p:nvSpPr>
          <p:cNvPr id="11" name="Text 9"/>
          <p:cNvSpPr/>
          <p:nvPr/>
        </p:nvSpPr>
        <p:spPr>
          <a:xfrm>
            <a:off x="822960" y="438912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4754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altLang="en-US" sz="1200" dirty="0">
                <a:solidFill>
                  <a:srgbClr val="E3E4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MySQL</a:t>
            </a:r>
            <a:endParaRPr lang="en-US" altLang="en-US" sz="1200" dirty="0">
              <a:solidFill>
                <a:srgbClr val="E3E4E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72200" y="4160520"/>
            <a:ext cx="5349240" cy="2011680"/>
          </a:xfrm>
          <a:prstGeom prst="rect">
            <a:avLst/>
          </a:prstGeom>
          <a:solidFill>
            <a:srgbClr val="F4F4F2"/>
          </a:solidFill>
        </p:spPr>
      </p:sp>
      <p:sp>
        <p:nvSpPr>
          <p:cNvPr id="14" name="Text 12"/>
          <p:cNvSpPr/>
          <p:nvPr/>
        </p:nvSpPr>
        <p:spPr>
          <a:xfrm>
            <a:off x="6446520" y="438912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4937760"/>
            <a:ext cx="4754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1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SMS gateway and email service for automated, real-time notifications.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4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4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 Service Booking &amp; Tracking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4864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30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E3E4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replacing manual, paper-based processes with an automated, transparent, and scalable platform, this system improves customer satisfaction, cuts administrative overhead, and lets service centers operate more efficiently.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502152"/>
            <a:ext cx="91440" cy="91440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8" name="Text 6"/>
          <p:cNvSpPr/>
          <p:nvPr/>
        </p:nvSpPr>
        <p:spPr>
          <a:xfrm>
            <a:off x="822960" y="3429000"/>
            <a:ext cx="5486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app for customers and mechanics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959352"/>
            <a:ext cx="91440" cy="91440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10" name="Text 8"/>
          <p:cNvSpPr/>
          <p:nvPr/>
        </p:nvSpPr>
        <p:spPr>
          <a:xfrm>
            <a:off x="822960" y="3886200"/>
            <a:ext cx="5486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AI-based predictive maintenance alerts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416552"/>
            <a:ext cx="91440" cy="91440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12" name="Text 10"/>
          <p:cNvSpPr/>
          <p:nvPr/>
        </p:nvSpPr>
        <p:spPr>
          <a:xfrm>
            <a:off x="822960" y="4343400"/>
            <a:ext cx="5486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payment gateway integration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873752"/>
            <a:ext cx="91440" cy="91440"/>
          </a:xfrm>
          <a:prstGeom prst="ellipse">
            <a:avLst/>
          </a:prstGeom>
          <a:solidFill>
            <a:srgbClr val="E8630A"/>
          </a:solidFill>
        </p:spPr>
      </p:sp>
      <p:sp>
        <p:nvSpPr>
          <p:cNvPr id="14" name="Text 12"/>
          <p:cNvSpPr/>
          <p:nvPr/>
        </p:nvSpPr>
        <p:spPr>
          <a:xfrm>
            <a:off x="822960" y="4800600"/>
            <a:ext cx="5486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GPS-based pickup &amp; drop-off tracking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4754880"/>
            <a:ext cx="4572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675120" y="534924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B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 Service Booking &amp; Tracking 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4954</Words>
  <Application>WPS Presentation</Application>
  <PresentationFormat>On-screen Show (16:9)</PresentationFormat>
  <Paragraphs>341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Subhash Mahipala</cp:lastModifiedBy>
  <cp:revision>4</cp:revision>
  <dcterms:created xsi:type="dcterms:W3CDTF">2026-08-14T03:10:00Z</dcterms:created>
  <dcterms:modified xsi:type="dcterms:W3CDTF">2026-08-28T08:20:38Z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423142375845456B8728B3DFDAA6B1CE_13</vt:lpwstr>
  </property>
</Properties>
</file>